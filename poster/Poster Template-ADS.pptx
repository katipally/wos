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6" r:id="rId4"/>
  </p:sldIdLst>
  <p:sldSz cx="43891200" cy="32918400"/>
  <p:notesSz cx="6858000" cy="9144000"/>
  <p:defaultTextStyle>
    <a:defPPr>
      <a:defRPr lang="en-US"/>
    </a:defPPr>
    <a:lvl1pPr algn="l" rtl="0" fontAlgn="base">
      <a:spcBef>
        <a:spcPct val="0"/>
      </a:spcBef>
      <a:spcAft>
        <a:spcPct val="0"/>
      </a:spcAft>
      <a:defRPr sz="2880" kern="1200">
        <a:solidFill>
          <a:schemeClr val="tx1"/>
        </a:solidFill>
        <a:latin typeface="Arial Narrow" pitchFamily="34" charset="0"/>
        <a:ea typeface="+mn-ea"/>
        <a:cs typeface="Arial" charset="0"/>
      </a:defRPr>
    </a:lvl1pPr>
    <a:lvl2pPr marL="455273" indent="93341" algn="l" rtl="0" fontAlgn="base">
      <a:spcBef>
        <a:spcPct val="0"/>
      </a:spcBef>
      <a:spcAft>
        <a:spcPct val="0"/>
      </a:spcAft>
      <a:defRPr sz="2880" kern="1200">
        <a:solidFill>
          <a:schemeClr val="tx1"/>
        </a:solidFill>
        <a:latin typeface="Arial Narrow" pitchFamily="34" charset="0"/>
        <a:ea typeface="+mn-ea"/>
        <a:cs typeface="Arial" charset="0"/>
      </a:defRPr>
    </a:lvl2pPr>
    <a:lvl3pPr marL="912450" indent="184776" algn="l" rtl="0" fontAlgn="base">
      <a:spcBef>
        <a:spcPct val="0"/>
      </a:spcBef>
      <a:spcAft>
        <a:spcPct val="0"/>
      </a:spcAft>
      <a:defRPr sz="2880" kern="1200">
        <a:solidFill>
          <a:schemeClr val="tx1"/>
        </a:solidFill>
        <a:latin typeface="Arial Narrow" pitchFamily="34" charset="0"/>
        <a:ea typeface="+mn-ea"/>
        <a:cs typeface="Arial" charset="0"/>
      </a:defRPr>
    </a:lvl3pPr>
    <a:lvl4pPr marL="1369627" indent="276212" algn="l" rtl="0" fontAlgn="base">
      <a:spcBef>
        <a:spcPct val="0"/>
      </a:spcBef>
      <a:spcAft>
        <a:spcPct val="0"/>
      </a:spcAft>
      <a:defRPr sz="2880" kern="1200">
        <a:solidFill>
          <a:schemeClr val="tx1"/>
        </a:solidFill>
        <a:latin typeface="Arial Narrow" pitchFamily="34" charset="0"/>
        <a:ea typeface="+mn-ea"/>
        <a:cs typeface="Arial" charset="0"/>
      </a:defRPr>
    </a:lvl4pPr>
    <a:lvl5pPr marL="1826804" indent="367647" algn="l" rtl="0" fontAlgn="base">
      <a:spcBef>
        <a:spcPct val="0"/>
      </a:spcBef>
      <a:spcAft>
        <a:spcPct val="0"/>
      </a:spcAft>
      <a:defRPr sz="2880" kern="1200">
        <a:solidFill>
          <a:schemeClr val="tx1"/>
        </a:solidFill>
        <a:latin typeface="Arial Narrow" pitchFamily="34" charset="0"/>
        <a:ea typeface="+mn-ea"/>
        <a:cs typeface="Arial" charset="0"/>
      </a:defRPr>
    </a:lvl5pPr>
    <a:lvl6pPr marL="2743063" algn="l" defTabSz="1097225" rtl="0" eaLnBrk="1" latinLnBrk="0" hangingPunct="1">
      <a:defRPr sz="2880" kern="1200">
        <a:solidFill>
          <a:schemeClr val="tx1"/>
        </a:solidFill>
        <a:latin typeface="Arial Narrow" pitchFamily="34" charset="0"/>
        <a:ea typeface="+mn-ea"/>
        <a:cs typeface="Arial" charset="0"/>
      </a:defRPr>
    </a:lvl6pPr>
    <a:lvl7pPr marL="3291676" algn="l" defTabSz="1097225" rtl="0" eaLnBrk="1" latinLnBrk="0" hangingPunct="1">
      <a:defRPr sz="2880" kern="1200">
        <a:solidFill>
          <a:schemeClr val="tx1"/>
        </a:solidFill>
        <a:latin typeface="Arial Narrow" pitchFamily="34" charset="0"/>
        <a:ea typeface="+mn-ea"/>
        <a:cs typeface="Arial" charset="0"/>
      </a:defRPr>
    </a:lvl7pPr>
    <a:lvl8pPr marL="3840288" algn="l" defTabSz="1097225" rtl="0" eaLnBrk="1" latinLnBrk="0" hangingPunct="1">
      <a:defRPr sz="2880" kern="1200">
        <a:solidFill>
          <a:schemeClr val="tx1"/>
        </a:solidFill>
        <a:latin typeface="Arial Narrow" pitchFamily="34" charset="0"/>
        <a:ea typeface="+mn-ea"/>
        <a:cs typeface="Arial" charset="0"/>
      </a:defRPr>
    </a:lvl8pPr>
    <a:lvl9pPr marL="4388901" algn="l" defTabSz="1097225" rtl="0" eaLnBrk="1" latinLnBrk="0" hangingPunct="1">
      <a:defRPr sz="2880" kern="1200">
        <a:solidFill>
          <a:schemeClr val="tx1"/>
        </a:solidFill>
        <a:latin typeface="Arial Narrow" pitchFamily="34" charset="0"/>
        <a:ea typeface="+mn-ea"/>
        <a:cs typeface="Arial" charset="0"/>
      </a:defRPr>
    </a:lvl9pPr>
  </p:defaultTextStyle>
  <p:extLst>
    <p:ext uri="{EFAFB233-063F-42B5-8137-9DF3F51BA10A}">
      <p15:sldGuideLst xmlns:p15="http://schemas.microsoft.com/office/powerpoint/2012/main">
        <p15:guide id="1" orient="horz" pos="3552" userDrawn="1">
          <p15:clr>
            <a:srgbClr val="A4A3A4"/>
          </p15:clr>
        </p15:guide>
        <p15:guide id="2" orient="horz" pos="20285" userDrawn="1">
          <p15:clr>
            <a:srgbClr val="A4A3A4"/>
          </p15:clr>
        </p15:guide>
        <p15:guide id="3" pos="437" userDrawn="1">
          <p15:clr>
            <a:srgbClr val="A4A3A4"/>
          </p15:clr>
        </p15:guide>
        <p15:guide id="4" pos="6725" userDrawn="1">
          <p15:clr>
            <a:srgbClr val="A4A3A4"/>
          </p15:clr>
        </p15:guide>
        <p15:guide id="5" pos="7239" userDrawn="1">
          <p15:clr>
            <a:srgbClr val="A4A3A4"/>
          </p15:clr>
        </p15:guide>
        <p15:guide id="6" pos="13527" userDrawn="1">
          <p15:clr>
            <a:srgbClr val="A4A3A4"/>
          </p15:clr>
        </p15:guide>
        <p15:guide id="7" pos="14031" userDrawn="1">
          <p15:clr>
            <a:srgbClr val="A4A3A4"/>
          </p15:clr>
        </p15:guide>
        <p15:guide id="8" pos="20319" userDrawn="1">
          <p15:clr>
            <a:srgbClr val="A4A3A4"/>
          </p15:clr>
        </p15:guide>
        <p15:guide id="9" pos="20837" userDrawn="1">
          <p15:clr>
            <a:srgbClr val="A4A3A4"/>
          </p15:clr>
        </p15:guide>
        <p15:guide id="10" pos="271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Harkey" initials="DH" lastIdx="3" clrIdx="0">
    <p:extLst>
      <p:ext uri="{19B8F6BF-5375-455C-9EA6-DF929625EA0E}">
        <p15:presenceInfo xmlns:p15="http://schemas.microsoft.com/office/powerpoint/2012/main" userId="Dan Harkey" providerId="None"/>
      </p:ext>
    </p:extLst>
  </p:cmAuthor>
  <p:cmAuthor id="2" name="Simon Y Shim" initials="SYS" lastIdx="1" clrIdx="1">
    <p:extLst>
      <p:ext uri="{19B8F6BF-5375-455C-9EA6-DF929625EA0E}">
        <p15:presenceInfo xmlns:p15="http://schemas.microsoft.com/office/powerpoint/2012/main" userId="S-1-5-21-787990904-3912766178-259477378-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CC9900"/>
    <a:srgbClr val="CC0000"/>
    <a:srgbClr val="3399FF"/>
    <a:srgbClr val="0066FF"/>
    <a:srgbClr val="993300"/>
    <a:srgbClr val="009900"/>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90" autoAdjust="0"/>
    <p:restoredTop sz="97494" autoAdjust="0"/>
  </p:normalViewPr>
  <p:slideViewPr>
    <p:cSldViewPr snapToGrid="0" snapToObjects="1">
      <p:cViewPr varScale="1">
        <p:scale>
          <a:sx n="13" d="100"/>
          <a:sy n="13" d="100"/>
        </p:scale>
        <p:origin x="80" y="1304"/>
      </p:cViewPr>
      <p:guideLst>
        <p:guide orient="horz" pos="3552"/>
        <p:guide orient="horz" pos="20285"/>
        <p:guide pos="437"/>
        <p:guide pos="6725"/>
        <p:guide pos="7239"/>
        <p:guide pos="13527"/>
        <p:guide pos="14031"/>
        <p:guide pos="20319"/>
        <p:guide pos="20837"/>
        <p:guide pos="2712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11-25T09:10:59.864" idx="1">
    <p:pos x="10" y="10"/>
    <p:text>Gutters at 12" from the left and right edges must be maintained for the poster folds.</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150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0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mn-cs"/>
              </a:defRPr>
            </a:lvl1pPr>
          </a:lstStyle>
          <a:p>
            <a:pPr>
              <a:defRPr/>
            </a:pPr>
            <a:fld id="{872BC18A-C5D3-45AC-94DD-D3D25D5ADCCF}" type="slidenum">
              <a:rPr lang="en-US"/>
              <a:pPr>
                <a:defRPr/>
              </a:pPr>
              <a:t>‹#›</a:t>
            </a:fld>
            <a:endParaRPr lang="en-US"/>
          </a:p>
        </p:txBody>
      </p:sp>
    </p:spTree>
    <p:extLst>
      <p:ext uri="{BB962C8B-B14F-4D97-AF65-F5344CB8AC3E}">
        <p14:creationId xmlns:p14="http://schemas.microsoft.com/office/powerpoint/2010/main" val="41036281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273" algn="l" rtl="0" eaLnBrk="0" fontAlgn="base" hangingPunct="0">
      <a:spcBef>
        <a:spcPct val="30000"/>
      </a:spcBef>
      <a:spcAft>
        <a:spcPct val="0"/>
      </a:spcAft>
      <a:defRPr sz="1200" kern="1200">
        <a:solidFill>
          <a:schemeClr val="tx1"/>
        </a:solidFill>
        <a:latin typeface="Arial" charset="0"/>
        <a:ea typeface="+mn-ea"/>
        <a:cs typeface="+mn-cs"/>
      </a:defRPr>
    </a:lvl2pPr>
    <a:lvl3pPr marL="912450" algn="l" rtl="0" eaLnBrk="0" fontAlgn="base" hangingPunct="0">
      <a:spcBef>
        <a:spcPct val="30000"/>
      </a:spcBef>
      <a:spcAft>
        <a:spcPct val="0"/>
      </a:spcAft>
      <a:defRPr sz="1200" kern="1200">
        <a:solidFill>
          <a:schemeClr val="tx1"/>
        </a:solidFill>
        <a:latin typeface="Arial" charset="0"/>
        <a:ea typeface="+mn-ea"/>
        <a:cs typeface="+mn-cs"/>
      </a:defRPr>
    </a:lvl3pPr>
    <a:lvl4pPr marL="1369627" algn="l" rtl="0" eaLnBrk="0" fontAlgn="base" hangingPunct="0">
      <a:spcBef>
        <a:spcPct val="30000"/>
      </a:spcBef>
      <a:spcAft>
        <a:spcPct val="0"/>
      </a:spcAft>
      <a:defRPr sz="1200" kern="1200">
        <a:solidFill>
          <a:schemeClr val="tx1"/>
        </a:solidFill>
        <a:latin typeface="Arial" charset="0"/>
        <a:ea typeface="+mn-ea"/>
        <a:cs typeface="+mn-cs"/>
      </a:defRPr>
    </a:lvl4pPr>
    <a:lvl5pPr marL="1826804" algn="l" rtl="0" eaLnBrk="0" fontAlgn="base" hangingPunct="0">
      <a:spcBef>
        <a:spcPct val="30000"/>
      </a:spcBef>
      <a:spcAft>
        <a:spcPct val="0"/>
      </a:spcAft>
      <a:defRPr sz="1200" kern="1200">
        <a:solidFill>
          <a:schemeClr val="tx1"/>
        </a:solidFill>
        <a:latin typeface="Arial" charset="0"/>
        <a:ea typeface="+mn-ea"/>
        <a:cs typeface="+mn-cs"/>
      </a:defRPr>
    </a:lvl5pPr>
    <a:lvl6pPr marL="2285794" algn="l" defTabSz="914318" rtl="0" eaLnBrk="1" latinLnBrk="0" hangingPunct="1">
      <a:defRPr sz="1200" kern="1200">
        <a:solidFill>
          <a:schemeClr val="tx1"/>
        </a:solidFill>
        <a:latin typeface="+mn-lt"/>
        <a:ea typeface="+mn-ea"/>
        <a:cs typeface="+mn-cs"/>
      </a:defRPr>
    </a:lvl6pPr>
    <a:lvl7pPr marL="2742954" algn="l" defTabSz="914318" rtl="0" eaLnBrk="1" latinLnBrk="0" hangingPunct="1">
      <a:defRPr sz="1200" kern="1200">
        <a:solidFill>
          <a:schemeClr val="tx1"/>
        </a:solidFill>
        <a:latin typeface="+mn-lt"/>
        <a:ea typeface="+mn-ea"/>
        <a:cs typeface="+mn-cs"/>
      </a:defRPr>
    </a:lvl7pPr>
    <a:lvl8pPr marL="3200112" algn="l" defTabSz="914318" rtl="0" eaLnBrk="1" latinLnBrk="0" hangingPunct="1">
      <a:defRPr sz="1200" kern="1200">
        <a:solidFill>
          <a:schemeClr val="tx1"/>
        </a:solidFill>
        <a:latin typeface="+mn-lt"/>
        <a:ea typeface="+mn-ea"/>
        <a:cs typeface="+mn-cs"/>
      </a:defRPr>
    </a:lvl8pPr>
    <a:lvl9pPr marL="3657270" algn="l" defTabSz="91431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p:txBody>
          <a:bodyPr/>
          <a:lstStyle/>
          <a:p>
            <a:pPr>
              <a:defRPr/>
            </a:pPr>
            <a:fld id="{836A3E11-B4C1-4EA7-8D14-2B02FE8FF53A}" type="slidenum">
              <a:rPr lang="en-US" smtClean="0"/>
              <a:pPr>
                <a:defRPr/>
              </a:pPr>
              <a:t>1</a:t>
            </a:fld>
            <a:endParaRPr lang="en-US"/>
          </a:p>
        </p:txBody>
      </p:sp>
      <p:sp>
        <p:nvSpPr>
          <p:cNvPr id="6147" name="Rectangle 2"/>
          <p:cNvSpPr>
            <a:spLocks noGrp="1" noRot="1" noChangeAspect="1" noChangeArrowheads="1" noTextEdit="1"/>
          </p:cNvSpPr>
          <p:nvPr>
            <p:ph type="sldImg"/>
          </p:nvPr>
        </p:nvSpPr>
        <p:spPr>
          <a:xfrm>
            <a:off x="1143000" y="685800"/>
            <a:ext cx="4572000" cy="3429000"/>
          </a:xfrm>
          <a:ln/>
        </p:spPr>
      </p:sp>
      <p:sp>
        <p:nvSpPr>
          <p:cNvPr id="6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75986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99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42" y="5638802"/>
            <a:ext cx="21018500"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864641" y="5638802"/>
            <a:ext cx="2102008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52" name="Rectangle 36"/>
          <p:cNvSpPr>
            <a:spLocks noChangeArrowheads="1"/>
          </p:cNvSpPr>
          <p:nvPr/>
        </p:nvSpPr>
        <p:spPr bwMode="auto">
          <a:xfrm>
            <a:off x="0" y="0"/>
            <a:ext cx="43891200" cy="4800600"/>
          </a:xfrm>
          <a:prstGeom prst="rect">
            <a:avLst/>
          </a:prstGeom>
          <a:solidFill>
            <a:schemeClr val="accent2"/>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49" name="Rectangle 33"/>
          <p:cNvSpPr>
            <a:spLocks noChangeArrowheads="1"/>
          </p:cNvSpPr>
          <p:nvPr/>
        </p:nvSpPr>
        <p:spPr bwMode="auto">
          <a:xfrm>
            <a:off x="693421" y="5638800"/>
            <a:ext cx="997458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25" name="Rectangle 9"/>
          <p:cNvSpPr>
            <a:spLocks noChangeArrowheads="1"/>
          </p:cNvSpPr>
          <p:nvPr/>
        </p:nvSpPr>
        <p:spPr bwMode="auto">
          <a:xfrm>
            <a:off x="70726" y="4800600"/>
            <a:ext cx="43752273" cy="129540"/>
          </a:xfrm>
          <a:prstGeom prst="rect">
            <a:avLst/>
          </a:prstGeom>
          <a:solidFill>
            <a:srgbClr val="660000"/>
          </a:solidFill>
          <a:ln w="152400">
            <a:solidFill>
              <a:srgbClr val="FF9900"/>
            </a:solidFill>
            <a:miter lim="800000"/>
            <a:headEnd/>
            <a:tailEnd/>
          </a:ln>
          <a:effectLst/>
        </p:spPr>
        <p:txBody>
          <a:bodyPr wrap="none" lIns="81277" tIns="40637" rIns="81277" bIns="40637" anchor="ctr"/>
          <a:lstStyle/>
          <a:p>
            <a:pPr>
              <a:defRPr/>
            </a:pPr>
            <a:endParaRPr lang="en-US" sz="2195">
              <a:cs typeface="+mn-cs"/>
            </a:endParaRPr>
          </a:p>
        </p:txBody>
      </p:sp>
      <p:sp>
        <p:nvSpPr>
          <p:cNvPr id="86030" name="Text Box 14"/>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TEMPLATE DESIGN © 2008</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1030" name="Rectangle 15"/>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1031" name="Rectangle 16"/>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86041" name="Rectangle 25"/>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86048" name="Rectangle 32"/>
          <p:cNvSpPr>
            <a:spLocks noChangeArrowheads="1"/>
          </p:cNvSpPr>
          <p:nvPr/>
        </p:nvSpPr>
        <p:spPr bwMode="auto">
          <a:xfrm>
            <a:off x="11490960" y="5638800"/>
            <a:ext cx="2075688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51" name="Rectangle 35"/>
          <p:cNvSpPr>
            <a:spLocks noChangeArrowheads="1"/>
          </p:cNvSpPr>
          <p:nvPr/>
        </p:nvSpPr>
        <p:spPr bwMode="auto">
          <a:xfrm>
            <a:off x="3307842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2" name="Rectangle 1">
            <a:extLst>
              <a:ext uri="{FF2B5EF4-FFF2-40B4-BE49-F238E27FC236}">
                <a16:creationId xmlns:a16="http://schemas.microsoft.com/office/drawing/2014/main" id="{BD2418B9-ADFB-40CA-9C11-58B513E9E879}"/>
              </a:ext>
            </a:extLst>
          </p:cNvPr>
          <p:cNvSpPr/>
          <p:nvPr userDrawn="1"/>
        </p:nvSpPr>
        <p:spPr bwMode="auto">
          <a:xfrm>
            <a:off x="579664" y="32395886"/>
            <a:ext cx="1773691" cy="365352"/>
          </a:xfrm>
          <a:prstGeom prst="rect">
            <a:avLst/>
          </a:prstGeom>
          <a:solidFill>
            <a:schemeClr val="bg1"/>
          </a:solidFill>
          <a:ln w="9525" cap="flat" cmpd="sng" algn="ctr">
            <a:noFill/>
            <a:prstDash val="solid"/>
            <a:round/>
            <a:headEnd type="none" w="med" len="med"/>
            <a:tailEnd type="none" w="med" len="med"/>
          </a:ln>
          <a:effectLst/>
        </p:spPr>
        <p:txBody>
          <a:bodyPr vert="horz" wrap="square" lIns="457200" tIns="457200" rIns="457200" bIns="457200" numCol="1" rtlCol="0" anchor="t" anchorCtr="0" compatLnSpc="1">
            <a:prstTxWarp prst="textNoShape">
              <a:avLst/>
            </a:prstTxWarp>
            <a:spAutoFit/>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Arial Narrow"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7680">
          <a:solidFill>
            <a:srgbClr val="FFFFFF"/>
          </a:solidFill>
          <a:latin typeface="+mj-lt"/>
          <a:ea typeface="+mj-ea"/>
          <a:cs typeface="+mj-cs"/>
        </a:defRPr>
      </a:lvl1pPr>
      <a:lvl2pPr algn="ctr" rtl="0" eaLnBrk="0" fontAlgn="base" hangingPunct="0">
        <a:spcBef>
          <a:spcPct val="0"/>
        </a:spcBef>
        <a:spcAft>
          <a:spcPct val="0"/>
        </a:spcAft>
        <a:defRPr sz="7680">
          <a:solidFill>
            <a:srgbClr val="FFFFFF"/>
          </a:solidFill>
          <a:latin typeface="Arial Black" pitchFamily="34" charset="0"/>
        </a:defRPr>
      </a:lvl2pPr>
      <a:lvl3pPr algn="ctr" rtl="0" eaLnBrk="0" fontAlgn="base" hangingPunct="0">
        <a:spcBef>
          <a:spcPct val="0"/>
        </a:spcBef>
        <a:spcAft>
          <a:spcPct val="0"/>
        </a:spcAft>
        <a:defRPr sz="7680">
          <a:solidFill>
            <a:srgbClr val="FFFFFF"/>
          </a:solidFill>
          <a:latin typeface="Arial Black" pitchFamily="34" charset="0"/>
        </a:defRPr>
      </a:lvl3pPr>
      <a:lvl4pPr algn="ctr" rtl="0" eaLnBrk="0" fontAlgn="base" hangingPunct="0">
        <a:spcBef>
          <a:spcPct val="0"/>
        </a:spcBef>
        <a:spcAft>
          <a:spcPct val="0"/>
        </a:spcAft>
        <a:defRPr sz="7680">
          <a:solidFill>
            <a:srgbClr val="FFFFFF"/>
          </a:solidFill>
          <a:latin typeface="Arial Black" pitchFamily="34" charset="0"/>
        </a:defRPr>
      </a:lvl4pPr>
      <a:lvl5pPr algn="ctr" rtl="0" eaLnBrk="0" fontAlgn="base" hangingPunct="0">
        <a:spcBef>
          <a:spcPct val="0"/>
        </a:spcBef>
        <a:spcAft>
          <a:spcPct val="0"/>
        </a:spcAft>
        <a:defRPr sz="7680">
          <a:solidFill>
            <a:srgbClr val="FFFFFF"/>
          </a:solidFill>
          <a:latin typeface="Arial Black" pitchFamily="34" charset="0"/>
        </a:defRPr>
      </a:lvl5pPr>
      <a:lvl6pPr marL="406374" algn="ctr" rtl="0" fontAlgn="base">
        <a:spcBef>
          <a:spcPct val="0"/>
        </a:spcBef>
        <a:spcAft>
          <a:spcPct val="0"/>
        </a:spcAft>
        <a:defRPr sz="7680">
          <a:solidFill>
            <a:srgbClr val="FFFFFF"/>
          </a:solidFill>
          <a:latin typeface="Arial Black" pitchFamily="34" charset="0"/>
        </a:defRPr>
      </a:lvl6pPr>
      <a:lvl7pPr marL="812748" algn="ctr" rtl="0" fontAlgn="base">
        <a:spcBef>
          <a:spcPct val="0"/>
        </a:spcBef>
        <a:spcAft>
          <a:spcPct val="0"/>
        </a:spcAft>
        <a:defRPr sz="7680">
          <a:solidFill>
            <a:srgbClr val="FFFFFF"/>
          </a:solidFill>
          <a:latin typeface="Arial Black" pitchFamily="34" charset="0"/>
        </a:defRPr>
      </a:lvl7pPr>
      <a:lvl8pPr marL="1219120" algn="ctr" rtl="0" fontAlgn="base">
        <a:spcBef>
          <a:spcPct val="0"/>
        </a:spcBef>
        <a:spcAft>
          <a:spcPct val="0"/>
        </a:spcAft>
        <a:defRPr sz="7680">
          <a:solidFill>
            <a:srgbClr val="FFFFFF"/>
          </a:solidFill>
          <a:latin typeface="Arial Black" pitchFamily="34" charset="0"/>
        </a:defRPr>
      </a:lvl8pPr>
      <a:lvl9pPr marL="1625494" algn="ctr" rtl="0" fontAlgn="base">
        <a:spcBef>
          <a:spcPct val="0"/>
        </a:spcBef>
        <a:spcAft>
          <a:spcPct val="0"/>
        </a:spcAft>
        <a:defRPr sz="7680">
          <a:solidFill>
            <a:srgbClr val="FFFFFF"/>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7" name="Rectangle 3"/>
          <p:cNvSpPr>
            <a:spLocks noChangeArrowheads="1"/>
          </p:cNvSpPr>
          <p:nvPr/>
        </p:nvSpPr>
        <p:spPr bwMode="auto">
          <a:xfrm>
            <a:off x="693421" y="5638800"/>
            <a:ext cx="997458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8"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0229"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2054"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2055" name="Rectangle 7"/>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0232"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180233" name="Rectangle 9"/>
          <p:cNvSpPr>
            <a:spLocks noChangeArrowheads="1"/>
          </p:cNvSpPr>
          <p:nvPr/>
        </p:nvSpPr>
        <p:spPr bwMode="auto">
          <a:xfrm>
            <a:off x="11490961" y="5638800"/>
            <a:ext cx="207645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35" name="Rectangle 11"/>
          <p:cNvSpPr>
            <a:spLocks noChangeArrowheads="1"/>
          </p:cNvSpPr>
          <p:nvPr/>
        </p:nvSpPr>
        <p:spPr bwMode="auto">
          <a:xfrm>
            <a:off x="33078420" y="5638800"/>
            <a:ext cx="9982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1" name="Rectangle 3"/>
          <p:cNvSpPr>
            <a:spLocks noChangeArrowheads="1"/>
          </p:cNvSpPr>
          <p:nvPr/>
        </p:nvSpPr>
        <p:spPr bwMode="auto">
          <a:xfrm>
            <a:off x="693420" y="5638800"/>
            <a:ext cx="42367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2"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1253"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3078"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body" idx="1"/>
          </p:nvPr>
        </p:nvSpPr>
        <p:spPr bwMode="auto">
          <a:xfrm>
            <a:off x="693421" y="5638800"/>
            <a:ext cx="4219194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1256"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e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9900"/>
        </a:solidFill>
        <a:effectLst/>
      </p:bgPr>
    </p:bg>
    <p:spTree>
      <p:nvGrpSpPr>
        <p:cNvPr id="1" name=""/>
        <p:cNvGrpSpPr/>
        <p:nvPr/>
      </p:nvGrpSpPr>
      <p:grpSpPr>
        <a:xfrm>
          <a:off x="0" y="0"/>
          <a:ext cx="0" cy="0"/>
          <a:chOff x="0" y="0"/>
          <a:chExt cx="0" cy="0"/>
        </a:xfrm>
      </p:grpSpPr>
      <p:sp>
        <p:nvSpPr>
          <p:cNvPr id="4107" name="Text Box 482"/>
          <p:cNvSpPr txBox="1">
            <a:spLocks noChangeArrowheads="1"/>
          </p:cNvSpPr>
          <p:nvPr/>
        </p:nvSpPr>
        <p:spPr bwMode="auto">
          <a:xfrm>
            <a:off x="33568640" y="17294015"/>
            <a:ext cx="8873067" cy="9554571"/>
          </a:xfrm>
          <a:prstGeom prst="rect">
            <a:avLst/>
          </a:prstGeom>
          <a:noFill/>
          <a:ln w="9525">
            <a:noFill/>
            <a:miter lim="800000"/>
            <a:headEnd/>
            <a:tailEnd/>
          </a:ln>
        </p:spPr>
        <p:txBody>
          <a:bodyPr lIns="406384" tIns="406384" rIns="406384" bIns="406384">
            <a:spAutoFit/>
          </a:bodyPr>
          <a:lstStyle/>
          <a:p>
            <a:pPr defTabSz="3901342"/>
            <a:endParaRPr lang="en-US" sz="2987" dirty="0"/>
          </a:p>
          <a:p>
            <a:pPr>
              <a:defRPr/>
            </a:pPr>
            <a:r>
              <a:rPr lang="en-US" sz="2987" dirty="0"/>
              <a:t>[1]  Lorem ipsum dolor sit amet, consectetur adipiscing elit, sed do eiusmod tempor incididunt ut labore et dolore </a:t>
            </a:r>
          </a:p>
          <a:p>
            <a:pPr>
              <a:defRPr/>
            </a:pPr>
            <a:endParaRPr lang="en-US" sz="2987" dirty="0"/>
          </a:p>
          <a:p>
            <a:pPr>
              <a:defRPr/>
            </a:pPr>
            <a:r>
              <a:rPr lang="en-US" sz="2987" dirty="0"/>
              <a:t>[2] Lorem ipsum dolor sit amet, consectetur adipiscing elit, sed do eiusmod tempor incididunt ut labore et dolore </a:t>
            </a:r>
          </a:p>
          <a:p>
            <a:pPr>
              <a:defRPr/>
            </a:pPr>
            <a:endParaRPr lang="en-US" sz="2987" dirty="0"/>
          </a:p>
          <a:p>
            <a:pPr>
              <a:defRPr/>
            </a:pPr>
            <a:r>
              <a:rPr lang="en-US" sz="2987" dirty="0"/>
              <a:t>[3] Lorem ipsum dolor sit amet, consectetur adipiscing elit, sed do eiusmod tempor incididunt ut labore et dolore </a:t>
            </a:r>
          </a:p>
          <a:p>
            <a:pPr>
              <a:defRPr/>
            </a:pPr>
            <a:endParaRPr lang="en-US" sz="2987" dirty="0"/>
          </a:p>
          <a:p>
            <a:pPr>
              <a:defRPr/>
            </a:pPr>
            <a:r>
              <a:rPr lang="en-US" sz="2987" dirty="0"/>
              <a:t>[4] Lorem ipsum dolor sit amet, consectetur adipiscing elit, sed do eiusmod tempor incididunt ut labore et dolore</a:t>
            </a:r>
          </a:p>
          <a:p>
            <a:pPr>
              <a:defRPr/>
            </a:pPr>
            <a:endParaRPr lang="en-US" sz="2987" dirty="0"/>
          </a:p>
          <a:p>
            <a:pPr>
              <a:defRPr/>
            </a:pPr>
            <a:r>
              <a:rPr lang="en-US" sz="2987" dirty="0"/>
              <a:t>[5] Lorem ipsum dolor sit amet, consectetur adipiscing elit, sed do eiusmod tempor incididunt ut labore et dolore</a:t>
            </a:r>
          </a:p>
          <a:p>
            <a:pPr>
              <a:defRPr/>
            </a:pPr>
            <a:endParaRPr lang="en-US" sz="2987" dirty="0"/>
          </a:p>
          <a:p>
            <a:pPr>
              <a:defRPr/>
            </a:pPr>
            <a:r>
              <a:rPr lang="en-US" sz="2987" dirty="0"/>
              <a:t>[6] Lorem ipsum dolor sit amet, consectetur adipiscing elit, sed do eiusmod tempor incididunt ut labore et dolore</a:t>
            </a:r>
          </a:p>
          <a:p>
            <a:pPr>
              <a:defRPr/>
            </a:pPr>
            <a:endParaRPr lang="en-US" sz="2987" dirty="0"/>
          </a:p>
        </p:txBody>
      </p:sp>
      <p:sp>
        <p:nvSpPr>
          <p:cNvPr id="4155" name="Text Box 406"/>
          <p:cNvSpPr txBox="1">
            <a:spLocks noChangeArrowheads="1"/>
          </p:cNvSpPr>
          <p:nvPr/>
        </p:nvSpPr>
        <p:spPr bwMode="auto">
          <a:xfrm>
            <a:off x="33458655" y="5725399"/>
            <a:ext cx="8839200" cy="6336831"/>
          </a:xfrm>
          <a:prstGeom prst="rect">
            <a:avLst/>
          </a:prstGeom>
          <a:noFill/>
          <a:ln w="9525">
            <a:noFill/>
            <a:miter lim="800000"/>
            <a:headEnd/>
            <a:tailEnd/>
          </a:ln>
        </p:spPr>
        <p:txBody>
          <a:bodyPr lIns="406384" tIns="406384" rIns="406384" bIns="406384">
            <a:spAutoFit/>
          </a:bodyPr>
          <a:lstStyle/>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a:p>
            <a:pPr>
              <a:defRPr/>
            </a:pPr>
            <a:endParaRPr lang="en-US" sz="2987" dirty="0"/>
          </a:p>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a:p>
            <a:pPr>
              <a:defRPr/>
            </a:pPr>
            <a:endParaRPr lang="en-US" sz="2987" dirty="0"/>
          </a:p>
        </p:txBody>
      </p:sp>
      <p:sp>
        <p:nvSpPr>
          <p:cNvPr id="77" name="Text Box 406"/>
          <p:cNvSpPr txBox="1">
            <a:spLocks noChangeArrowheads="1"/>
          </p:cNvSpPr>
          <p:nvPr/>
        </p:nvSpPr>
        <p:spPr bwMode="auto">
          <a:xfrm>
            <a:off x="22334951" y="6582680"/>
            <a:ext cx="9342350" cy="2659414"/>
          </a:xfrm>
          <a:prstGeom prst="rect">
            <a:avLst/>
          </a:prstGeom>
          <a:noFill/>
          <a:ln w="9525">
            <a:noFill/>
            <a:miter lim="800000"/>
            <a:headEnd/>
            <a:tailEnd/>
          </a:ln>
        </p:spPr>
        <p:txBody>
          <a:bodyPr wrap="square" lIns="406384" tIns="406384" rIns="406384" bIns="406384">
            <a:spAutoFit/>
          </a:bodyPr>
          <a:lstStyle/>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032" name="Rectangle 5"/>
          <p:cNvSpPr>
            <a:spLocks noChangeArrowheads="1"/>
          </p:cNvSpPr>
          <p:nvPr/>
        </p:nvSpPr>
        <p:spPr bwMode="auto">
          <a:xfrm>
            <a:off x="11510433" y="674666"/>
            <a:ext cx="20747567" cy="2002406"/>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7680" b="1" dirty="0">
                <a:solidFill>
                  <a:srgbClr val="FFFFFF"/>
                </a:solidFill>
                <a:latin typeface="Arial" charset="0"/>
                <a:cs typeface="+mn-cs"/>
              </a:rPr>
              <a:t>Project Title</a:t>
            </a:r>
          </a:p>
          <a:p>
            <a:pPr algn="ctr" eaLnBrk="0" hangingPunct="0">
              <a:defRPr/>
            </a:pPr>
            <a:r>
              <a:rPr lang="en-US" sz="4800" b="1" dirty="0">
                <a:solidFill>
                  <a:srgbClr val="FFFFFF"/>
                </a:solidFill>
                <a:latin typeface="Arial" charset="0"/>
              </a:rPr>
              <a:t>Project Advisor: </a:t>
            </a:r>
            <a:r>
              <a:rPr lang="en-US" sz="4800" b="1" dirty="0" err="1">
                <a:solidFill>
                  <a:srgbClr val="FFFFFF"/>
                </a:solidFill>
                <a:latin typeface="Arial" charset="0"/>
              </a:rPr>
              <a:t>FirstN</a:t>
            </a:r>
            <a:r>
              <a:rPr lang="en-US" sz="4800" b="1" dirty="0">
                <a:solidFill>
                  <a:srgbClr val="FFFFFF"/>
                </a:solidFill>
                <a:latin typeface="Arial" charset="0"/>
              </a:rPr>
              <a:t> </a:t>
            </a:r>
            <a:r>
              <a:rPr lang="en-US" sz="4800" b="1" dirty="0" err="1">
                <a:solidFill>
                  <a:srgbClr val="FFFFFF"/>
                </a:solidFill>
                <a:latin typeface="Arial" charset="0"/>
              </a:rPr>
              <a:t>LastN</a:t>
            </a:r>
            <a:endParaRPr lang="en-US" sz="4800" b="1" dirty="0">
              <a:solidFill>
                <a:srgbClr val="FFFFFF"/>
              </a:solidFill>
              <a:latin typeface="Arial" charset="0"/>
            </a:endParaRPr>
          </a:p>
        </p:txBody>
      </p:sp>
      <p:sp>
        <p:nvSpPr>
          <p:cNvPr id="4100" name="Text Box 14"/>
          <p:cNvSpPr txBox="1">
            <a:spLocks noChangeArrowheads="1"/>
          </p:cNvSpPr>
          <p:nvPr/>
        </p:nvSpPr>
        <p:spPr bwMode="auto">
          <a:xfrm>
            <a:off x="1378373" y="6485934"/>
            <a:ext cx="8873067" cy="4695099"/>
          </a:xfrm>
          <a:prstGeom prst="rect">
            <a:avLst/>
          </a:prstGeom>
          <a:noFill/>
          <a:ln w="9525">
            <a:noFill/>
            <a:miter lim="800000"/>
            <a:headEnd/>
            <a:tailEnd/>
          </a:ln>
        </p:spPr>
        <p:txBody>
          <a:bodyPr wrap="square" lIns="406384" tIns="406384" rIns="406384" bIns="406384">
            <a:spAutoFit/>
          </a:bodyPr>
          <a:lstStyle/>
          <a:p>
            <a:pPr defTabSz="3901342"/>
            <a:r>
              <a:rPr lang="en-US" sz="2987" dirty="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defTabSz="3901342"/>
            <a:endParaRPr lang="en-US" sz="1280" dirty="0"/>
          </a:p>
        </p:txBody>
      </p:sp>
      <p:sp>
        <p:nvSpPr>
          <p:cNvPr id="4101" name="Text Box 388"/>
          <p:cNvSpPr txBox="1">
            <a:spLocks noChangeArrowheads="1"/>
          </p:cNvSpPr>
          <p:nvPr/>
        </p:nvSpPr>
        <p:spPr bwMode="auto">
          <a:xfrm>
            <a:off x="698502" y="18515803"/>
            <a:ext cx="99695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Methodology</a:t>
            </a:r>
          </a:p>
        </p:txBody>
      </p:sp>
      <p:sp>
        <p:nvSpPr>
          <p:cNvPr id="4102" name="Text Box 405"/>
          <p:cNvSpPr txBox="1">
            <a:spLocks noChangeArrowheads="1"/>
          </p:cNvSpPr>
          <p:nvPr/>
        </p:nvSpPr>
        <p:spPr bwMode="auto">
          <a:xfrm>
            <a:off x="11510433" y="5678437"/>
            <a:ext cx="20747566"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Analysis and Results</a:t>
            </a:r>
          </a:p>
        </p:txBody>
      </p:sp>
      <p:sp>
        <p:nvSpPr>
          <p:cNvPr id="4103" name="Text Box 478"/>
          <p:cNvSpPr txBox="1">
            <a:spLocks noChangeArrowheads="1"/>
          </p:cNvSpPr>
          <p:nvPr/>
        </p:nvSpPr>
        <p:spPr bwMode="auto">
          <a:xfrm>
            <a:off x="33077152" y="11904133"/>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Summary/Conclusions</a:t>
            </a:r>
          </a:p>
        </p:txBody>
      </p:sp>
      <p:sp>
        <p:nvSpPr>
          <p:cNvPr id="4104" name="Text Box 479"/>
          <p:cNvSpPr txBox="1">
            <a:spLocks noChangeArrowheads="1"/>
          </p:cNvSpPr>
          <p:nvPr/>
        </p:nvSpPr>
        <p:spPr bwMode="auto">
          <a:xfrm>
            <a:off x="33077152" y="17520921"/>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a:solidFill>
                  <a:srgbClr val="F8F8F8"/>
                </a:solidFill>
              </a:rPr>
              <a:t>Key References</a:t>
            </a:r>
          </a:p>
        </p:txBody>
      </p:sp>
      <p:sp>
        <p:nvSpPr>
          <p:cNvPr id="4105" name="Text Box 480"/>
          <p:cNvSpPr txBox="1">
            <a:spLocks noChangeArrowheads="1"/>
          </p:cNvSpPr>
          <p:nvPr/>
        </p:nvSpPr>
        <p:spPr bwMode="auto">
          <a:xfrm>
            <a:off x="33077152" y="26600575"/>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Acknowledgements</a:t>
            </a:r>
          </a:p>
        </p:txBody>
      </p:sp>
      <p:sp>
        <p:nvSpPr>
          <p:cNvPr id="4106" name="Text Box 481"/>
          <p:cNvSpPr txBox="1">
            <a:spLocks noChangeArrowheads="1"/>
          </p:cNvSpPr>
          <p:nvPr/>
        </p:nvSpPr>
        <p:spPr bwMode="auto">
          <a:xfrm>
            <a:off x="33568640" y="12261429"/>
            <a:ext cx="8873067" cy="5417476"/>
          </a:xfrm>
          <a:prstGeom prst="rect">
            <a:avLst/>
          </a:prstGeom>
          <a:noFill/>
          <a:ln w="9525">
            <a:noFill/>
            <a:miter lim="800000"/>
            <a:headEnd/>
            <a:tailEnd/>
          </a:ln>
        </p:spPr>
        <p:txBody>
          <a:bodyPr lIns="406384" tIns="406384" rIns="406384" bIns="406384">
            <a:spAutoFit/>
          </a:bodyPr>
          <a:lstStyle/>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a:p>
            <a:pPr>
              <a:defRPr/>
            </a:pPr>
            <a:endParaRPr lang="en-US" sz="2987" dirty="0"/>
          </a:p>
          <a:p>
            <a:pPr>
              <a:defRPr/>
            </a:pPr>
            <a:r>
              <a:rPr lang="en-US" sz="2987" dirty="0"/>
              <a:t>Lorem ipsum dolor sit amet, consectetur adipiscing elit, sed do eiusmod tempor incididunt ut labore et dolore magna aliqua. Ut enim ad minim veniam, quis nostrud.  </a:t>
            </a:r>
          </a:p>
          <a:p>
            <a:pPr>
              <a:defRPr/>
            </a:pPr>
            <a:endParaRPr lang="en-US" sz="2987" dirty="0"/>
          </a:p>
        </p:txBody>
      </p:sp>
      <p:graphicFrame>
        <p:nvGraphicFramePr>
          <p:cNvPr id="2561" name="Group 513"/>
          <p:cNvGraphicFramePr>
            <a:graphicFrameLocks noGrp="1"/>
          </p:cNvGraphicFramePr>
          <p:nvPr>
            <p:extLst>
              <p:ext uri="{D42A27DB-BD31-4B8C-83A1-F6EECF244321}">
                <p14:modId xmlns:p14="http://schemas.microsoft.com/office/powerpoint/2010/main" val="3132883724"/>
              </p:ext>
            </p:extLst>
          </p:nvPr>
        </p:nvGraphicFramePr>
        <p:xfrm>
          <a:off x="33561867" y="26959562"/>
          <a:ext cx="8873066" cy="5013143"/>
        </p:xfrm>
        <a:graphic>
          <a:graphicData uri="http://schemas.openxmlformats.org/drawingml/2006/table">
            <a:tbl>
              <a:tblPr/>
              <a:tblGrid>
                <a:gridCol w="4480277">
                  <a:extLst>
                    <a:ext uri="{9D8B030D-6E8A-4147-A177-3AD203B41FA5}">
                      <a16:colId xmlns:a16="http://schemas.microsoft.com/office/drawing/2014/main" val="20000"/>
                    </a:ext>
                  </a:extLst>
                </a:gridCol>
                <a:gridCol w="4392789">
                  <a:extLst>
                    <a:ext uri="{9D8B030D-6E8A-4147-A177-3AD203B41FA5}">
                      <a16:colId xmlns:a16="http://schemas.microsoft.com/office/drawing/2014/main" val="20001"/>
                    </a:ext>
                  </a:extLst>
                </a:gridCol>
              </a:tblGrid>
              <a:tr h="3616960">
                <a:tc gridSpan="2">
                  <a:txBody>
                    <a:bodyPr/>
                    <a:lstStyle/>
                    <a:p>
                      <a:pPr>
                        <a:defRPr/>
                      </a:pPr>
                      <a:endParaRPr lang="en-US" sz="2800" dirty="0"/>
                    </a:p>
                    <a:p>
                      <a:pPr>
                        <a:defRPr/>
                      </a:pPr>
                      <a:r>
                        <a:rPr lang="en-US" sz="2800" dirty="0"/>
                        <a:t>Lorem ipsum dolor sit amet, consectetur adipiscing elit, sed do eiusmod tempor incididunt ut labore et dolore.</a:t>
                      </a:r>
                    </a:p>
                    <a:p>
                      <a:pPr>
                        <a:defRPr/>
                      </a:pPr>
                      <a:endParaRPr lang="en-US" sz="2800" dirty="0"/>
                    </a:p>
                    <a:p>
                      <a:pPr>
                        <a:defRPr/>
                      </a:pPr>
                      <a:r>
                        <a:rPr lang="en-US" sz="2800" dirty="0"/>
                        <a:t>Lorem ipsum dolor sit amet, consectetur adipiscing elit, sed do eiusmod tempor incididunt ut labore et dolore</a:t>
                      </a: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cap="flat">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1111703">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cap="flat">
                      <a:noFill/>
                    </a:lnL>
                    <a:lnR>
                      <a:noFill/>
                    </a:lnR>
                    <a:lnT>
                      <a:noFill/>
                    </a:lnT>
                    <a:lnB cap="flat">
                      <a:noFill/>
                    </a:lnB>
                    <a:lnTlToBr>
                      <a:noFill/>
                    </a:lnTlToBr>
                    <a:lnBlToTr>
                      <a:noFill/>
                    </a:lnBlToTr>
                    <a:noFill/>
                  </a:tcPr>
                </a:tc>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112" name="Text Box 389"/>
          <p:cNvSpPr txBox="1">
            <a:spLocks noChangeArrowheads="1"/>
          </p:cNvSpPr>
          <p:nvPr/>
        </p:nvSpPr>
        <p:spPr bwMode="auto">
          <a:xfrm>
            <a:off x="1191028" y="13848699"/>
            <a:ext cx="8873067" cy="4657140"/>
          </a:xfrm>
          <a:prstGeom prst="rect">
            <a:avLst/>
          </a:prstGeom>
          <a:noFill/>
          <a:ln w="9525">
            <a:noFill/>
            <a:miter lim="800000"/>
            <a:headEnd/>
            <a:tailEnd/>
          </a:ln>
        </p:spPr>
        <p:txBody>
          <a:bodyPr wrap="square" lIns="406384" tIns="406384" rIns="406384" bIns="406384">
            <a:spAutoFit/>
          </a:bodyPr>
          <a:lstStyle/>
          <a:p>
            <a:pPr marL="457200" indent="-457200" defTabSz="3901342">
              <a:spcAft>
                <a:spcPts val="2400"/>
              </a:spcAft>
              <a:buFont typeface="Arial" panose="020B0604020202020204" pitchFamily="34" charset="0"/>
              <a:buChar char="•"/>
            </a:pPr>
            <a:r>
              <a:rPr lang="en-US" sz="2990" dirty="0">
                <a:solidFill>
                  <a:srgbClr val="333333"/>
                </a:solidFill>
              </a:rPr>
              <a:t>Lorem ipsum dolor sit </a:t>
            </a:r>
            <a:r>
              <a:rPr lang="en-US" sz="2990" dirty="0" err="1">
                <a:solidFill>
                  <a:srgbClr val="333333"/>
                </a:solidFill>
              </a:rPr>
              <a:t>amet</a:t>
            </a:r>
            <a:endParaRPr lang="en-US" sz="2990" dirty="0">
              <a:solidFill>
                <a:srgbClr val="333333"/>
              </a:solidFill>
            </a:endParaRPr>
          </a:p>
          <a:p>
            <a:pPr marL="457200" indent="-457200" defTabSz="3901342">
              <a:spcAft>
                <a:spcPts val="2400"/>
              </a:spcAft>
              <a:buFont typeface="Arial" panose="020B0604020202020204" pitchFamily="34" charset="0"/>
              <a:buChar char="•"/>
            </a:pPr>
            <a:r>
              <a:rPr lang="en-US" sz="2990" dirty="0" err="1">
                <a:solidFill>
                  <a:srgbClr val="333333"/>
                </a:solidFill>
              </a:rPr>
              <a:t>consectetur</a:t>
            </a:r>
            <a:r>
              <a:rPr lang="en-US" sz="2990" dirty="0">
                <a:solidFill>
                  <a:srgbClr val="333333"/>
                </a:solidFill>
              </a:rPr>
              <a:t> adipiscing elit, sed do eiusmod tempor incididunt ut labore et dolore magna aliqua. Ut enim ad minim veniam, </a:t>
            </a:r>
          </a:p>
          <a:p>
            <a:pPr marL="457200" indent="-457200" defTabSz="3901342">
              <a:spcAft>
                <a:spcPts val="2400"/>
              </a:spcAft>
              <a:buFont typeface="Arial" panose="020B0604020202020204" pitchFamily="34" charset="0"/>
              <a:buChar char="•"/>
            </a:pPr>
            <a:r>
              <a:rPr lang="en-US" sz="2990" dirty="0" err="1">
                <a:solidFill>
                  <a:srgbClr val="333333"/>
                </a:solidFill>
              </a:rPr>
              <a:t>quis</a:t>
            </a:r>
            <a:r>
              <a:rPr lang="en-US" sz="2990" dirty="0">
                <a:solidFill>
                  <a:srgbClr val="333333"/>
                </a:solidFill>
              </a:rPr>
              <a:t> nostrud exercitation ullamco laboris nisi ut aliquip ex ea commodo consequat. Duis aute irure dolor in reprehenderit in voluptate velit esse cillum dolore </a:t>
            </a:r>
            <a:r>
              <a:rPr lang="en-US" sz="2990" dirty="0" err="1">
                <a:solidFill>
                  <a:srgbClr val="333333"/>
                </a:solidFill>
              </a:rPr>
              <a:t>eu</a:t>
            </a:r>
            <a:endParaRPr lang="en-US" sz="2990" dirty="0">
              <a:solidFill>
                <a:srgbClr val="333333"/>
              </a:solidFill>
            </a:endParaRPr>
          </a:p>
        </p:txBody>
      </p:sp>
      <p:sp>
        <p:nvSpPr>
          <p:cNvPr id="4113" name="Text Box 14"/>
          <p:cNvSpPr txBox="1">
            <a:spLocks noChangeArrowheads="1"/>
          </p:cNvSpPr>
          <p:nvPr/>
        </p:nvSpPr>
        <p:spPr bwMode="auto">
          <a:xfrm>
            <a:off x="1371600" y="19066103"/>
            <a:ext cx="8873067" cy="8125525"/>
          </a:xfrm>
          <a:prstGeom prst="rect">
            <a:avLst/>
          </a:prstGeom>
          <a:noFill/>
          <a:ln w="9525">
            <a:noFill/>
            <a:miter lim="800000"/>
            <a:headEnd/>
            <a:tailEnd/>
          </a:ln>
        </p:spPr>
        <p:txBody>
          <a:bodyPr wrap="square" lIns="406384" tIns="406384" rIns="406384" bIns="406384">
            <a:spAutoFit/>
          </a:bodyPr>
          <a:lstStyle/>
          <a:p>
            <a:pPr marL="548626" indent="-548626" algn="just"/>
            <a:r>
              <a:rPr lang="en-US" sz="2987" b="1" dirty="0"/>
              <a:t>Title 1</a:t>
            </a:r>
          </a:p>
          <a:p>
            <a:pPr marL="548626" indent="-548626" algn="just"/>
            <a:endParaRPr lang="en-US" sz="2987" dirty="0"/>
          </a:p>
          <a:p>
            <a:pPr defTabSz="3901342"/>
            <a:r>
              <a:rPr lang="en-US" sz="2987" dirty="0"/>
              <a:t>Lorem ipsum dolor sit amet, consectetur adipiscing elit, sed do eiusmod tempor incididunt ut labore et dolore magna aliqua. Ut enim ad minim veniam, quis nostrud exercitation ullamco laboris nisi ut aliquip ex ea commodo consequat. </a:t>
            </a:r>
          </a:p>
          <a:p>
            <a:pPr marL="548626" indent="-548626" algn="just"/>
            <a:endParaRPr lang="en-US" sz="2987"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endParaRPr lang="en-US" sz="2133" dirty="0"/>
          </a:p>
          <a:p>
            <a:pPr marL="548626" indent="-548626" algn="just"/>
            <a:endParaRPr lang="en-US" sz="2987" dirty="0"/>
          </a:p>
          <a:p>
            <a:pPr marL="548626" indent="-548626" algn="just"/>
            <a:endParaRPr lang="en-US" sz="2987" dirty="0"/>
          </a:p>
          <a:p>
            <a:pPr marL="548626" indent="-548626"/>
            <a:endParaRPr lang="en-US" sz="2667" b="1" dirty="0"/>
          </a:p>
        </p:txBody>
      </p:sp>
      <p:sp>
        <p:nvSpPr>
          <p:cNvPr id="58" name="Text Box 406"/>
          <p:cNvSpPr txBox="1">
            <a:spLocks noChangeArrowheads="1"/>
          </p:cNvSpPr>
          <p:nvPr/>
        </p:nvSpPr>
        <p:spPr bwMode="auto">
          <a:xfrm>
            <a:off x="12020239" y="6582680"/>
            <a:ext cx="9545807" cy="6796508"/>
          </a:xfrm>
          <a:prstGeom prst="rect">
            <a:avLst/>
          </a:prstGeom>
          <a:noFill/>
          <a:ln w="9525">
            <a:noFill/>
            <a:miter lim="800000"/>
            <a:headEnd/>
            <a:tailEnd/>
          </a:ln>
        </p:spPr>
        <p:txBody>
          <a:bodyPr wrap="square" lIns="406384" tIns="406384" rIns="406384" bIns="406384">
            <a:spAutoFit/>
          </a:bodyPr>
          <a:lstStyle/>
          <a:p>
            <a:pPr indent="-548626">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a:p>
            <a:pPr indent="-548626">
              <a:defRPr/>
            </a:pPr>
            <a:endParaRPr lang="en-US" sz="2987" dirty="0"/>
          </a:p>
          <a:p>
            <a:pPr indent="-548626">
              <a:defRPr/>
            </a:pPr>
            <a:r>
              <a:rPr lang="en-US" sz="2987" dirty="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pic>
        <p:nvPicPr>
          <p:cNvPr id="4141" name="Picture 61" descr="eds_hf.png"/>
          <p:cNvPicPr>
            <a:picLocks noChangeAspect="1"/>
          </p:cNvPicPr>
          <p:nvPr/>
        </p:nvPicPr>
        <p:blipFill>
          <a:blip r:embed="rId3" cstate="print"/>
          <a:srcRect/>
          <a:stretch>
            <a:fillRect/>
          </a:stretch>
        </p:blipFill>
        <p:spPr bwMode="auto">
          <a:xfrm>
            <a:off x="24179108" y="12468015"/>
            <a:ext cx="3422227" cy="1906693"/>
          </a:xfrm>
          <a:prstGeom prst="rect">
            <a:avLst/>
          </a:prstGeom>
          <a:noFill/>
          <a:ln w="9525">
            <a:noFill/>
            <a:miter lim="800000"/>
            <a:headEnd/>
            <a:tailEnd/>
          </a:ln>
        </p:spPr>
      </p:pic>
      <p:pic>
        <p:nvPicPr>
          <p:cNvPr id="4142" name="Picture 62" descr="eds_quant.png"/>
          <p:cNvPicPr>
            <a:picLocks noChangeAspect="1"/>
          </p:cNvPicPr>
          <p:nvPr/>
        </p:nvPicPr>
        <p:blipFill>
          <a:blip r:embed="rId4" cstate="print"/>
          <a:srcRect/>
          <a:stretch>
            <a:fillRect/>
          </a:stretch>
        </p:blipFill>
        <p:spPr bwMode="auto">
          <a:xfrm>
            <a:off x="28373494" y="12662747"/>
            <a:ext cx="2272453" cy="1358053"/>
          </a:xfrm>
          <a:prstGeom prst="rect">
            <a:avLst/>
          </a:prstGeom>
          <a:noFill/>
          <a:ln w="9525">
            <a:noFill/>
            <a:miter lim="800000"/>
            <a:headEnd/>
            <a:tailEnd/>
          </a:ln>
        </p:spPr>
      </p:pic>
      <p:sp>
        <p:nvSpPr>
          <p:cNvPr id="4143" name="Text Box 406"/>
          <p:cNvSpPr txBox="1">
            <a:spLocks noChangeArrowheads="1"/>
          </p:cNvSpPr>
          <p:nvPr/>
        </p:nvSpPr>
        <p:spPr bwMode="auto">
          <a:xfrm>
            <a:off x="22334951" y="13995402"/>
            <a:ext cx="9282969" cy="2659414"/>
          </a:xfrm>
          <a:prstGeom prst="rect">
            <a:avLst/>
          </a:prstGeom>
          <a:noFill/>
          <a:ln w="9525">
            <a:noFill/>
            <a:miter lim="800000"/>
            <a:headEnd/>
            <a:tailEnd/>
          </a:ln>
        </p:spPr>
        <p:txBody>
          <a:bodyPr wrap="square" lIns="406384" tIns="406384" rIns="406384" bIns="406384">
            <a:spAutoFit/>
          </a:bodyPr>
          <a:lstStyle/>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p:txBody>
      </p:sp>
      <p:sp>
        <p:nvSpPr>
          <p:cNvPr id="4144" name="Text Box 406"/>
          <p:cNvSpPr txBox="1">
            <a:spLocks noChangeArrowheads="1"/>
          </p:cNvSpPr>
          <p:nvPr/>
        </p:nvSpPr>
        <p:spPr bwMode="auto">
          <a:xfrm>
            <a:off x="22334951" y="9238828"/>
            <a:ext cx="9282969" cy="2659414"/>
          </a:xfrm>
          <a:prstGeom prst="rect">
            <a:avLst/>
          </a:prstGeom>
          <a:noFill/>
          <a:ln w="9525">
            <a:noFill/>
            <a:miter lim="800000"/>
            <a:headEnd/>
            <a:tailEnd/>
          </a:ln>
        </p:spPr>
        <p:txBody>
          <a:bodyPr wrap="square" lIns="406384" tIns="406384" rIns="406384" bIns="406384">
            <a:spAutoFit/>
          </a:bodyPr>
          <a:lstStyle/>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p:txBody>
      </p:sp>
      <p:pic>
        <p:nvPicPr>
          <p:cNvPr id="4145" name="Picture 70" descr="HfO_cv.png"/>
          <p:cNvPicPr>
            <a:picLocks noChangeAspect="1"/>
          </p:cNvPicPr>
          <p:nvPr/>
        </p:nvPicPr>
        <p:blipFill>
          <a:blip r:embed="rId5" cstate="print"/>
          <a:srcRect/>
          <a:stretch>
            <a:fillRect/>
          </a:stretch>
        </p:blipFill>
        <p:spPr bwMode="auto">
          <a:xfrm>
            <a:off x="24881840" y="16778277"/>
            <a:ext cx="4248573" cy="2081107"/>
          </a:xfrm>
          <a:prstGeom prst="rect">
            <a:avLst/>
          </a:prstGeom>
          <a:noFill/>
          <a:ln w="9525">
            <a:noFill/>
            <a:miter lim="800000"/>
            <a:headEnd/>
            <a:tailEnd/>
          </a:ln>
        </p:spPr>
      </p:pic>
      <p:sp>
        <p:nvSpPr>
          <p:cNvPr id="4146" name="Text Box 406"/>
          <p:cNvSpPr txBox="1">
            <a:spLocks noChangeArrowheads="1"/>
          </p:cNvSpPr>
          <p:nvPr/>
        </p:nvSpPr>
        <p:spPr bwMode="auto">
          <a:xfrm>
            <a:off x="1131147" y="26646828"/>
            <a:ext cx="8873067" cy="4452469"/>
          </a:xfrm>
          <a:prstGeom prst="rect">
            <a:avLst/>
          </a:prstGeom>
          <a:noFill/>
          <a:ln w="9525">
            <a:noFill/>
            <a:miter lim="800000"/>
            <a:headEnd/>
            <a:tailEnd/>
          </a:ln>
        </p:spPr>
        <p:txBody>
          <a:bodyPr wrap="square" lIns="406384" tIns="406384" rIns="406384" bIns="406384">
            <a:spAutoFit/>
          </a:bodyPr>
          <a:lstStyle/>
          <a:p>
            <a:pPr marL="457200" indent="-457200" defTabSz="3901342">
              <a:spcAft>
                <a:spcPts val="2400"/>
              </a:spcAft>
              <a:buFont typeface="Arial" panose="020B0604020202020204" pitchFamily="34" charset="0"/>
              <a:buChar char="•"/>
            </a:pPr>
            <a:r>
              <a:rPr lang="en-US" sz="2800" dirty="0">
                <a:solidFill>
                  <a:srgbClr val="333333"/>
                </a:solidFill>
              </a:rPr>
              <a:t>Lorem ipsum dolor sit </a:t>
            </a:r>
            <a:r>
              <a:rPr lang="en-US" sz="2800" dirty="0" err="1">
                <a:solidFill>
                  <a:srgbClr val="333333"/>
                </a:solidFill>
              </a:rPr>
              <a:t>amet</a:t>
            </a:r>
            <a:endParaRPr lang="en-US" sz="2800" dirty="0">
              <a:solidFill>
                <a:srgbClr val="333333"/>
              </a:solidFill>
            </a:endParaRPr>
          </a:p>
          <a:p>
            <a:pPr marL="457200" indent="-457200" defTabSz="3901342">
              <a:spcAft>
                <a:spcPts val="2400"/>
              </a:spcAft>
              <a:buFont typeface="Arial" panose="020B0604020202020204" pitchFamily="34" charset="0"/>
              <a:buChar char="•"/>
            </a:pPr>
            <a:r>
              <a:rPr lang="en-US" sz="2800" dirty="0" err="1">
                <a:solidFill>
                  <a:srgbClr val="333333"/>
                </a:solidFill>
              </a:rPr>
              <a:t>consectetur</a:t>
            </a:r>
            <a:r>
              <a:rPr lang="en-US" sz="2800" dirty="0">
                <a:solidFill>
                  <a:srgbClr val="333333"/>
                </a:solidFill>
              </a:rPr>
              <a:t> </a:t>
            </a:r>
            <a:r>
              <a:rPr lang="en-US" sz="2800" dirty="0" err="1">
                <a:solidFill>
                  <a:srgbClr val="333333"/>
                </a:solidFill>
              </a:rPr>
              <a:t>adipiscing</a:t>
            </a:r>
            <a:r>
              <a:rPr lang="en-US" sz="2800" dirty="0">
                <a:solidFill>
                  <a:srgbClr val="333333"/>
                </a:solidFill>
              </a:rPr>
              <a:t> </a:t>
            </a:r>
            <a:r>
              <a:rPr lang="en-US" sz="2800" dirty="0" err="1">
                <a:solidFill>
                  <a:srgbClr val="333333"/>
                </a:solidFill>
              </a:rPr>
              <a:t>elit</a:t>
            </a:r>
            <a:r>
              <a:rPr lang="en-US" sz="2800" dirty="0">
                <a:solidFill>
                  <a:srgbClr val="333333"/>
                </a:solidFill>
              </a:rPr>
              <a:t>, sed do </a:t>
            </a:r>
            <a:r>
              <a:rPr lang="en-US" sz="2800" dirty="0" err="1">
                <a:solidFill>
                  <a:srgbClr val="333333"/>
                </a:solidFill>
              </a:rPr>
              <a:t>eiusmod</a:t>
            </a:r>
            <a:r>
              <a:rPr lang="en-US" sz="2800" dirty="0">
                <a:solidFill>
                  <a:srgbClr val="333333"/>
                </a:solidFill>
              </a:rPr>
              <a:t> </a:t>
            </a:r>
            <a:r>
              <a:rPr lang="en-US" sz="2800" dirty="0" err="1">
                <a:solidFill>
                  <a:srgbClr val="333333"/>
                </a:solidFill>
              </a:rPr>
              <a:t>tempor</a:t>
            </a:r>
            <a:r>
              <a:rPr lang="en-US" sz="2800" dirty="0">
                <a:solidFill>
                  <a:srgbClr val="333333"/>
                </a:solidFill>
              </a:rPr>
              <a:t> </a:t>
            </a:r>
            <a:r>
              <a:rPr lang="en-US" sz="2800" dirty="0" err="1">
                <a:solidFill>
                  <a:srgbClr val="333333"/>
                </a:solidFill>
              </a:rPr>
              <a:t>incididunt</a:t>
            </a:r>
            <a:r>
              <a:rPr lang="en-US" sz="2800" dirty="0">
                <a:solidFill>
                  <a:srgbClr val="333333"/>
                </a:solidFill>
              </a:rPr>
              <a:t> </a:t>
            </a:r>
            <a:r>
              <a:rPr lang="en-US" sz="2800" dirty="0" err="1">
                <a:solidFill>
                  <a:srgbClr val="333333"/>
                </a:solidFill>
              </a:rPr>
              <a:t>ut</a:t>
            </a:r>
            <a:r>
              <a:rPr lang="en-US" sz="2800" dirty="0">
                <a:solidFill>
                  <a:srgbClr val="333333"/>
                </a:solidFill>
              </a:rPr>
              <a:t> </a:t>
            </a:r>
            <a:r>
              <a:rPr lang="en-US" sz="2800" dirty="0" err="1">
                <a:solidFill>
                  <a:srgbClr val="333333"/>
                </a:solidFill>
              </a:rPr>
              <a:t>labore</a:t>
            </a:r>
            <a:r>
              <a:rPr lang="en-US" sz="2800" dirty="0">
                <a:solidFill>
                  <a:srgbClr val="333333"/>
                </a:solidFill>
              </a:rPr>
              <a:t> et dolore magna </a:t>
            </a:r>
            <a:r>
              <a:rPr lang="en-US" sz="2800" dirty="0" err="1">
                <a:solidFill>
                  <a:srgbClr val="333333"/>
                </a:solidFill>
              </a:rPr>
              <a:t>aliqua</a:t>
            </a:r>
            <a:r>
              <a:rPr lang="en-US" sz="2800" dirty="0">
                <a:solidFill>
                  <a:srgbClr val="333333"/>
                </a:solidFill>
              </a:rPr>
              <a:t>. Ut </a:t>
            </a:r>
            <a:r>
              <a:rPr lang="en-US" sz="2800" dirty="0" err="1">
                <a:solidFill>
                  <a:srgbClr val="333333"/>
                </a:solidFill>
              </a:rPr>
              <a:t>enim</a:t>
            </a:r>
            <a:r>
              <a:rPr lang="en-US" sz="2800" dirty="0">
                <a:solidFill>
                  <a:srgbClr val="333333"/>
                </a:solidFill>
              </a:rPr>
              <a:t> ad minim </a:t>
            </a:r>
            <a:r>
              <a:rPr lang="en-US" sz="2800" dirty="0" err="1">
                <a:solidFill>
                  <a:srgbClr val="333333"/>
                </a:solidFill>
              </a:rPr>
              <a:t>veniam</a:t>
            </a:r>
            <a:r>
              <a:rPr lang="en-US" sz="2800" dirty="0">
                <a:solidFill>
                  <a:srgbClr val="333333"/>
                </a:solidFill>
              </a:rPr>
              <a:t>, </a:t>
            </a:r>
          </a:p>
          <a:p>
            <a:pPr marL="457200" indent="-457200" defTabSz="3901342">
              <a:spcAft>
                <a:spcPts val="2400"/>
              </a:spcAft>
              <a:buFont typeface="Arial" panose="020B0604020202020204" pitchFamily="34" charset="0"/>
              <a:buChar char="•"/>
            </a:pPr>
            <a:r>
              <a:rPr lang="en-US" sz="2800" dirty="0" err="1">
                <a:solidFill>
                  <a:srgbClr val="333333"/>
                </a:solidFill>
              </a:rPr>
              <a:t>quis</a:t>
            </a:r>
            <a:r>
              <a:rPr lang="en-US" sz="2800" dirty="0">
                <a:solidFill>
                  <a:srgbClr val="333333"/>
                </a:solidFill>
              </a:rPr>
              <a:t> </a:t>
            </a:r>
            <a:r>
              <a:rPr lang="en-US" sz="2800" dirty="0" err="1">
                <a:solidFill>
                  <a:srgbClr val="333333"/>
                </a:solidFill>
              </a:rPr>
              <a:t>nostrud</a:t>
            </a:r>
            <a:r>
              <a:rPr lang="en-US" sz="2800" dirty="0">
                <a:solidFill>
                  <a:srgbClr val="333333"/>
                </a:solidFill>
              </a:rPr>
              <a:t> exercitation </a:t>
            </a:r>
            <a:r>
              <a:rPr lang="en-US" sz="2800" dirty="0" err="1">
                <a:solidFill>
                  <a:srgbClr val="333333"/>
                </a:solidFill>
              </a:rPr>
              <a:t>ullamco</a:t>
            </a:r>
            <a:r>
              <a:rPr lang="en-US" sz="2800" dirty="0">
                <a:solidFill>
                  <a:srgbClr val="333333"/>
                </a:solidFill>
              </a:rPr>
              <a:t> </a:t>
            </a:r>
            <a:r>
              <a:rPr lang="en-US" sz="2800" dirty="0" err="1">
                <a:solidFill>
                  <a:srgbClr val="333333"/>
                </a:solidFill>
              </a:rPr>
              <a:t>laboris</a:t>
            </a:r>
            <a:r>
              <a:rPr lang="en-US" sz="2800" dirty="0">
                <a:solidFill>
                  <a:srgbClr val="333333"/>
                </a:solidFill>
              </a:rPr>
              <a:t> nisi </a:t>
            </a:r>
            <a:r>
              <a:rPr lang="en-US" sz="2800" dirty="0" err="1">
                <a:solidFill>
                  <a:srgbClr val="333333"/>
                </a:solidFill>
              </a:rPr>
              <a:t>ut</a:t>
            </a:r>
            <a:r>
              <a:rPr lang="en-US" sz="2800" dirty="0">
                <a:solidFill>
                  <a:srgbClr val="333333"/>
                </a:solidFill>
              </a:rPr>
              <a:t> </a:t>
            </a:r>
            <a:r>
              <a:rPr lang="en-US" sz="2800" dirty="0" err="1">
                <a:solidFill>
                  <a:srgbClr val="333333"/>
                </a:solidFill>
              </a:rPr>
              <a:t>aliquip</a:t>
            </a:r>
            <a:r>
              <a:rPr lang="en-US" sz="2800" dirty="0">
                <a:solidFill>
                  <a:srgbClr val="333333"/>
                </a:solidFill>
              </a:rPr>
              <a:t> ex </a:t>
            </a:r>
            <a:r>
              <a:rPr lang="en-US" sz="2800" dirty="0" err="1">
                <a:solidFill>
                  <a:srgbClr val="333333"/>
                </a:solidFill>
              </a:rPr>
              <a:t>ea</a:t>
            </a:r>
            <a:r>
              <a:rPr lang="en-US" sz="2800" dirty="0">
                <a:solidFill>
                  <a:srgbClr val="333333"/>
                </a:solidFill>
              </a:rPr>
              <a:t> </a:t>
            </a:r>
            <a:r>
              <a:rPr lang="en-US" sz="2800" dirty="0" err="1">
                <a:solidFill>
                  <a:srgbClr val="333333"/>
                </a:solidFill>
              </a:rPr>
              <a:t>commodo</a:t>
            </a:r>
            <a:r>
              <a:rPr lang="en-US" sz="2800" dirty="0">
                <a:solidFill>
                  <a:srgbClr val="333333"/>
                </a:solidFill>
              </a:rPr>
              <a:t> </a:t>
            </a:r>
            <a:r>
              <a:rPr lang="en-US" sz="2800" dirty="0" err="1">
                <a:solidFill>
                  <a:srgbClr val="333333"/>
                </a:solidFill>
              </a:rPr>
              <a:t>consequat</a:t>
            </a:r>
            <a:r>
              <a:rPr lang="en-US" sz="2800" dirty="0">
                <a:solidFill>
                  <a:srgbClr val="333333"/>
                </a:solidFill>
              </a:rPr>
              <a:t>. Duis </a:t>
            </a:r>
            <a:r>
              <a:rPr lang="en-US" sz="2800" dirty="0" err="1">
                <a:solidFill>
                  <a:srgbClr val="333333"/>
                </a:solidFill>
              </a:rPr>
              <a:t>aute</a:t>
            </a:r>
            <a:r>
              <a:rPr lang="en-US" sz="2800" dirty="0">
                <a:solidFill>
                  <a:srgbClr val="333333"/>
                </a:solidFill>
              </a:rPr>
              <a:t> </a:t>
            </a:r>
            <a:r>
              <a:rPr lang="en-US" sz="2800" dirty="0" err="1">
                <a:solidFill>
                  <a:srgbClr val="333333"/>
                </a:solidFill>
              </a:rPr>
              <a:t>irure</a:t>
            </a:r>
            <a:r>
              <a:rPr lang="en-US" sz="2800" dirty="0">
                <a:solidFill>
                  <a:srgbClr val="333333"/>
                </a:solidFill>
              </a:rPr>
              <a:t> dolor in </a:t>
            </a:r>
            <a:r>
              <a:rPr lang="en-US" sz="2800" dirty="0" err="1">
                <a:solidFill>
                  <a:srgbClr val="333333"/>
                </a:solidFill>
              </a:rPr>
              <a:t>reprehenderit</a:t>
            </a:r>
            <a:r>
              <a:rPr lang="en-US" sz="2800" dirty="0">
                <a:solidFill>
                  <a:srgbClr val="333333"/>
                </a:solidFill>
              </a:rPr>
              <a:t> in </a:t>
            </a:r>
            <a:r>
              <a:rPr lang="en-US" sz="2800" dirty="0" err="1">
                <a:solidFill>
                  <a:srgbClr val="333333"/>
                </a:solidFill>
              </a:rPr>
              <a:t>voluptate</a:t>
            </a:r>
            <a:r>
              <a:rPr lang="en-US" sz="2800" dirty="0">
                <a:solidFill>
                  <a:srgbClr val="333333"/>
                </a:solidFill>
              </a:rPr>
              <a:t> </a:t>
            </a:r>
            <a:r>
              <a:rPr lang="en-US" sz="2800" dirty="0" err="1">
                <a:solidFill>
                  <a:srgbClr val="333333"/>
                </a:solidFill>
              </a:rPr>
              <a:t>velit</a:t>
            </a:r>
            <a:r>
              <a:rPr lang="en-US" sz="2800" dirty="0">
                <a:solidFill>
                  <a:srgbClr val="333333"/>
                </a:solidFill>
              </a:rPr>
              <a:t> </a:t>
            </a:r>
            <a:r>
              <a:rPr lang="en-US" sz="2800" dirty="0" err="1">
                <a:solidFill>
                  <a:srgbClr val="333333"/>
                </a:solidFill>
              </a:rPr>
              <a:t>esse</a:t>
            </a:r>
            <a:r>
              <a:rPr lang="en-US" sz="2800" dirty="0">
                <a:solidFill>
                  <a:srgbClr val="333333"/>
                </a:solidFill>
              </a:rPr>
              <a:t> </a:t>
            </a:r>
            <a:r>
              <a:rPr lang="en-US" sz="2800" dirty="0" err="1">
                <a:solidFill>
                  <a:srgbClr val="333333"/>
                </a:solidFill>
              </a:rPr>
              <a:t>cillum</a:t>
            </a:r>
            <a:r>
              <a:rPr lang="en-US" sz="2800" dirty="0">
                <a:solidFill>
                  <a:srgbClr val="333333"/>
                </a:solidFill>
              </a:rPr>
              <a:t> dolore </a:t>
            </a:r>
            <a:r>
              <a:rPr lang="en-US" sz="2800" dirty="0" err="1">
                <a:solidFill>
                  <a:srgbClr val="333333"/>
                </a:solidFill>
              </a:rPr>
              <a:t>eu</a:t>
            </a:r>
            <a:endParaRPr lang="en-US" sz="2800" dirty="0">
              <a:solidFill>
                <a:srgbClr val="333333"/>
              </a:solidFill>
            </a:endParaRPr>
          </a:p>
        </p:txBody>
      </p:sp>
      <p:pic>
        <p:nvPicPr>
          <p:cNvPr id="4150" name="Picture 78" descr="caps.png"/>
          <p:cNvPicPr>
            <a:picLocks noChangeAspect="1"/>
          </p:cNvPicPr>
          <p:nvPr/>
        </p:nvPicPr>
        <p:blipFill>
          <a:blip r:embed="rId6" cstate="print"/>
          <a:srcRect/>
          <a:stretch>
            <a:fillRect/>
          </a:stretch>
        </p:blipFill>
        <p:spPr bwMode="auto">
          <a:xfrm>
            <a:off x="27523442" y="23648853"/>
            <a:ext cx="2755053" cy="2221653"/>
          </a:xfrm>
          <a:prstGeom prst="rect">
            <a:avLst/>
          </a:prstGeom>
          <a:noFill/>
          <a:ln w="9525">
            <a:noFill/>
            <a:miter lim="800000"/>
            <a:headEnd/>
            <a:tailEnd/>
          </a:ln>
        </p:spPr>
      </p:pic>
      <p:pic>
        <p:nvPicPr>
          <p:cNvPr id="4151" name="Picture 79" descr="interfacial.png"/>
          <p:cNvPicPr>
            <a:picLocks noChangeAspect="1"/>
          </p:cNvPicPr>
          <p:nvPr/>
        </p:nvPicPr>
        <p:blipFill>
          <a:blip r:embed="rId7" cstate="print"/>
          <a:srcRect/>
          <a:stretch>
            <a:fillRect/>
          </a:stretch>
        </p:blipFill>
        <p:spPr bwMode="auto">
          <a:xfrm>
            <a:off x="23581360" y="24190720"/>
            <a:ext cx="2756747" cy="1551093"/>
          </a:xfrm>
          <a:prstGeom prst="rect">
            <a:avLst/>
          </a:prstGeom>
          <a:noFill/>
          <a:ln w="9525">
            <a:noFill/>
            <a:miter lim="800000"/>
            <a:headEnd/>
            <a:tailEnd/>
          </a:ln>
        </p:spPr>
      </p:pic>
      <p:sp>
        <p:nvSpPr>
          <p:cNvPr id="4152" name="TextBox 80"/>
          <p:cNvSpPr txBox="1">
            <a:spLocks noChangeArrowheads="1"/>
          </p:cNvSpPr>
          <p:nvPr/>
        </p:nvSpPr>
        <p:spPr bwMode="auto">
          <a:xfrm>
            <a:off x="11813473" y="16309689"/>
            <a:ext cx="9746045" cy="11002692"/>
          </a:xfrm>
          <a:prstGeom prst="rect">
            <a:avLst/>
          </a:prstGeom>
          <a:noFill/>
          <a:ln w="9525">
            <a:noFill/>
            <a:miter lim="800000"/>
            <a:headEnd/>
            <a:tailEnd/>
          </a:ln>
        </p:spPr>
        <p:txBody>
          <a:bodyPr wrap="square">
            <a:spAutoFit/>
          </a:bodyPr>
          <a:lstStyle/>
          <a:p>
            <a:pPr marL="406390" lvl="2" indent="0"/>
            <a:r>
              <a:rPr lang="en-US" sz="2987" dirty="0"/>
              <a:t>Lorem ipsum dolor sit amet, consectetur adipiscing elit, sed do eiusmod tempor incididunt ut labore et dolore magna aliqua. Ut enim ad minim veniam, quis nostrud exercitation ullamco laboris nisi ut aliquip ex ea commodo consequat. Duis aute irure dolor in repre Lorem ipsum dolor sit amet, consectetur adipiscing elit, sed do eiusmod tempor incididunt ut labore et dolore magna aliqua. Ut enim ad minim veniam, quis nostrud exercitation ullamco laboris nisi ut aliquip ex ea commodo consequat.</a:t>
            </a:r>
          </a:p>
          <a:p>
            <a:pPr marL="406390" lvl="2" indent="0"/>
            <a:endParaRPr lang="en-US" sz="2987" dirty="0"/>
          </a:p>
          <a:p>
            <a:pPr marL="406390" lvl="2" indent="0"/>
            <a:r>
              <a:rPr lang="en-US" sz="2987" b="1" dirty="0"/>
              <a:t>Title 2</a:t>
            </a:r>
          </a:p>
          <a:p>
            <a:pPr marL="406390" lvl="2" indent="0"/>
            <a:endParaRPr lang="en-US" sz="2987" dirty="0"/>
          </a:p>
          <a:p>
            <a:pPr marL="406390" lvl="2" indent="0"/>
            <a:r>
              <a:rPr lang="en-US" sz="2987" dirty="0"/>
              <a:t> Duis aute irure dolor in reprehenderit in voluptate velit esse cillum dolore eu fugiat nulla pariatur. Excepteur sint occaecat cupidatat non proident, sunt in culpa qui officia deserunt mollit anim id est laborum. henderit in voluptate velit esse cillum dolore eu fugiat nulla pariatur. Excepteur sint occaecat cupidatat non proident, sunt in culpa qui officia deserunt mollit anim id est laborum.</a:t>
            </a:r>
          </a:p>
          <a:p>
            <a:pPr marL="406390" lvl="2" indent="0"/>
            <a:endParaRPr lang="en-US" sz="2987" dirty="0"/>
          </a:p>
          <a:p>
            <a:pPr marL="406390" lvl="2" indent="0"/>
            <a:r>
              <a:rPr lang="en-US" sz="2987" dirty="0"/>
              <a:t>do eiusmod tempor incididunt ut labore et dolore magna aliqua. Ut enim ad minim veniam, quis nostrud exercitation ullamco laboris nisi ut aliquip ex ea commodo consequat. Duis aute irure dolor in repre Lorem ipsum dolor sit amet, consectetur adipiscing elit, sed do eiusmod tempor incididunt ut labore et dolore magna aliqua.</a:t>
            </a:r>
          </a:p>
          <a:p>
            <a:endParaRPr lang="en-US" sz="2195" dirty="0"/>
          </a:p>
        </p:txBody>
      </p:sp>
      <p:sp>
        <p:nvSpPr>
          <p:cNvPr id="4153" name="Text Box 406"/>
          <p:cNvSpPr txBox="1">
            <a:spLocks noChangeArrowheads="1"/>
          </p:cNvSpPr>
          <p:nvPr/>
        </p:nvSpPr>
        <p:spPr bwMode="auto">
          <a:xfrm>
            <a:off x="22334951" y="18976950"/>
            <a:ext cx="9282969" cy="4498122"/>
          </a:xfrm>
          <a:prstGeom prst="rect">
            <a:avLst/>
          </a:prstGeom>
          <a:noFill/>
          <a:ln w="9525">
            <a:noFill/>
            <a:miter lim="800000"/>
            <a:headEnd/>
            <a:tailEnd/>
          </a:ln>
        </p:spPr>
        <p:txBody>
          <a:bodyPr wrap="square" lIns="406384" tIns="406384" rIns="406384" bIns="406384">
            <a:spAutoFit/>
          </a:bodyPr>
          <a:lstStyle/>
          <a:p>
            <a:pPr>
              <a:defRPr/>
            </a:pPr>
            <a:r>
              <a:rPr lang="en-US" sz="2987" dirty="0"/>
              <a:t>Lorem ipsum dolor sit amet, consectetur adipiscing elit, sed do eiusmod tempor incididunt ut labore et dolore magna aliqua. </a:t>
            </a:r>
          </a:p>
          <a:p>
            <a:pPr>
              <a:defRPr/>
            </a:pPr>
            <a:endParaRPr lang="en-US" sz="2987" dirty="0"/>
          </a:p>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p:txBody>
      </p:sp>
      <p:sp>
        <p:nvSpPr>
          <p:cNvPr id="4154" name="Text Box 406"/>
          <p:cNvSpPr txBox="1">
            <a:spLocks noChangeArrowheads="1"/>
          </p:cNvSpPr>
          <p:nvPr/>
        </p:nvSpPr>
        <p:spPr bwMode="auto">
          <a:xfrm>
            <a:off x="22495799" y="25829383"/>
            <a:ext cx="9122122" cy="2659414"/>
          </a:xfrm>
          <a:prstGeom prst="rect">
            <a:avLst/>
          </a:prstGeom>
          <a:noFill/>
          <a:ln w="9525">
            <a:noFill/>
            <a:miter lim="800000"/>
            <a:headEnd/>
            <a:tailEnd/>
          </a:ln>
        </p:spPr>
        <p:txBody>
          <a:bodyPr wrap="square" lIns="406384" tIns="406384" rIns="406384" bIns="406384">
            <a:spAutoFit/>
          </a:bodyPr>
          <a:lstStyle/>
          <a:p>
            <a:pPr>
              <a:defRPr/>
            </a:pPr>
            <a:r>
              <a:rPr lang="en-US" sz="2987" dirty="0"/>
              <a:t>Lorem ipsum dolor sit amet, consectetur adipiscing elit, sed do eiusmod tempor incididunt ut labore et dolore magna aliqua. Ut enim ad minim veniam, quis nostrud exercitation ullamco laboris nisi ut aliquip ex ea commodo consequat.  </a:t>
            </a:r>
          </a:p>
        </p:txBody>
      </p:sp>
      <p:pic>
        <p:nvPicPr>
          <p:cNvPr id="4157" name="Picture 50" descr="cv-ct-testing.png"/>
          <p:cNvPicPr>
            <a:picLocks noChangeAspect="1"/>
          </p:cNvPicPr>
          <p:nvPr/>
        </p:nvPicPr>
        <p:blipFill>
          <a:blip r:embed="rId8" cstate="print"/>
          <a:srcRect/>
          <a:stretch>
            <a:fillRect/>
          </a:stretch>
        </p:blipFill>
        <p:spPr bwMode="auto">
          <a:xfrm>
            <a:off x="22971760" y="28772157"/>
            <a:ext cx="4270587" cy="2907453"/>
          </a:xfrm>
          <a:prstGeom prst="rect">
            <a:avLst/>
          </a:prstGeom>
          <a:noFill/>
          <a:ln w="9525">
            <a:noFill/>
            <a:miter lim="800000"/>
            <a:headEnd/>
            <a:tailEnd/>
          </a:ln>
        </p:spPr>
      </p:pic>
      <p:pic>
        <p:nvPicPr>
          <p:cNvPr id="4158" name="Picture 51" descr="CT-testing.png"/>
          <p:cNvPicPr>
            <a:picLocks noChangeAspect="1"/>
          </p:cNvPicPr>
          <p:nvPr/>
        </p:nvPicPr>
        <p:blipFill>
          <a:blip r:embed="rId9" cstate="print"/>
          <a:srcRect/>
          <a:stretch>
            <a:fillRect/>
          </a:stretch>
        </p:blipFill>
        <p:spPr bwMode="auto">
          <a:xfrm>
            <a:off x="27337173" y="28831423"/>
            <a:ext cx="3972560" cy="2843107"/>
          </a:xfrm>
          <a:prstGeom prst="rect">
            <a:avLst/>
          </a:prstGeom>
          <a:noFill/>
          <a:ln w="9525">
            <a:noFill/>
            <a:miter lim="800000"/>
            <a:headEnd/>
            <a:tailEnd/>
          </a:ln>
        </p:spPr>
      </p:pic>
      <p:pic>
        <p:nvPicPr>
          <p:cNvPr id="4159" name="Picture 52" descr="conductance.png"/>
          <p:cNvPicPr>
            <a:picLocks noChangeAspect="1"/>
          </p:cNvPicPr>
          <p:nvPr/>
        </p:nvPicPr>
        <p:blipFill>
          <a:blip r:embed="rId10" cstate="print"/>
          <a:srcRect/>
          <a:stretch>
            <a:fillRect/>
          </a:stretch>
        </p:blipFill>
        <p:spPr bwMode="auto">
          <a:xfrm>
            <a:off x="37998400" y="8445180"/>
            <a:ext cx="4412827" cy="2636520"/>
          </a:xfrm>
          <a:prstGeom prst="rect">
            <a:avLst/>
          </a:prstGeom>
          <a:noFill/>
          <a:ln w="9525">
            <a:noFill/>
            <a:miter lim="800000"/>
            <a:headEnd/>
            <a:tailEnd/>
          </a:ln>
        </p:spPr>
      </p:pic>
      <p:sp>
        <p:nvSpPr>
          <p:cNvPr id="41" name="Rectangle 5">
            <a:extLst>
              <a:ext uri="{FF2B5EF4-FFF2-40B4-BE49-F238E27FC236}">
                <a16:creationId xmlns:a16="http://schemas.microsoft.com/office/drawing/2014/main" id="{F56A1035-C9F5-46F0-9CC8-0D25F3E4F994}"/>
              </a:ext>
            </a:extLst>
          </p:cNvPr>
          <p:cNvSpPr>
            <a:spLocks noChangeArrowheads="1"/>
          </p:cNvSpPr>
          <p:nvPr/>
        </p:nvSpPr>
        <p:spPr bwMode="auto">
          <a:xfrm>
            <a:off x="294218" y="674666"/>
            <a:ext cx="10373784" cy="1854673"/>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5760" b="1" dirty="0">
                <a:solidFill>
                  <a:srgbClr val="FFFFFF"/>
                </a:solidFill>
                <a:latin typeface="Arial" charset="0"/>
              </a:rPr>
              <a:t>Applied Data Science Department</a:t>
            </a:r>
          </a:p>
        </p:txBody>
      </p:sp>
      <p:sp>
        <p:nvSpPr>
          <p:cNvPr id="42" name="Rectangle 5">
            <a:extLst>
              <a:ext uri="{FF2B5EF4-FFF2-40B4-BE49-F238E27FC236}">
                <a16:creationId xmlns:a16="http://schemas.microsoft.com/office/drawing/2014/main" id="{9C5BEEB0-D285-4D5A-A4AA-D79BCD39FAD9}"/>
              </a:ext>
            </a:extLst>
          </p:cNvPr>
          <p:cNvSpPr>
            <a:spLocks noChangeArrowheads="1"/>
          </p:cNvSpPr>
          <p:nvPr/>
        </p:nvSpPr>
        <p:spPr bwMode="auto">
          <a:xfrm>
            <a:off x="33077151" y="674666"/>
            <a:ext cx="9975849" cy="3405867"/>
          </a:xfrm>
          <a:prstGeom prst="rect">
            <a:avLst/>
          </a:prstGeom>
          <a:noFill/>
          <a:ln w="9525">
            <a:noFill/>
            <a:miter lim="800000"/>
            <a:headEnd/>
            <a:tailEnd/>
          </a:ln>
        </p:spPr>
        <p:txBody>
          <a:bodyPr wrap="square" lIns="81101" tIns="40544" rIns="81101" bIns="40544">
            <a:spAutoFit/>
          </a:bodyPr>
          <a:lstStyle/>
          <a:p>
            <a:pPr eaLnBrk="0" hangingPunct="0">
              <a:defRPr/>
            </a:pPr>
            <a:r>
              <a:rPr lang="en-US" sz="3600" b="1" dirty="0">
                <a:solidFill>
                  <a:srgbClr val="FFFFFF"/>
                </a:solidFill>
                <a:latin typeface="Arial" charset="0"/>
              </a:rPr>
              <a:t>LastN1, FirstN1 </a:t>
            </a:r>
          </a:p>
          <a:p>
            <a:pPr eaLnBrk="0" hangingPunct="0">
              <a:defRPr/>
            </a:pPr>
            <a:r>
              <a:rPr lang="en-US" sz="3600" b="1" dirty="0">
                <a:solidFill>
                  <a:srgbClr val="FFFFFF"/>
                </a:solidFill>
                <a:latin typeface="Arial" charset="0"/>
              </a:rPr>
              <a:t>LastN2, FirstN2 </a:t>
            </a:r>
          </a:p>
          <a:p>
            <a:pPr eaLnBrk="0" hangingPunct="0">
              <a:defRPr/>
            </a:pPr>
            <a:r>
              <a:rPr lang="en-US" sz="3600" b="1" dirty="0">
                <a:solidFill>
                  <a:srgbClr val="FFFFFF"/>
                </a:solidFill>
                <a:latin typeface="Arial" charset="0"/>
              </a:rPr>
              <a:t>LastN3, FirstN3 </a:t>
            </a:r>
          </a:p>
          <a:p>
            <a:pPr eaLnBrk="0" hangingPunct="0">
              <a:defRPr/>
            </a:pPr>
            <a:r>
              <a:rPr lang="en-US" sz="3600" b="1" dirty="0">
                <a:solidFill>
                  <a:srgbClr val="FFFFFF"/>
                </a:solidFill>
                <a:latin typeface="Arial" charset="0"/>
              </a:rPr>
              <a:t>LongLongLongLastN4, LongFirstN4 </a:t>
            </a:r>
            <a:br>
              <a:rPr lang="en-US" sz="3600" b="1" dirty="0">
                <a:solidFill>
                  <a:srgbClr val="FFFFFF"/>
                </a:solidFill>
                <a:latin typeface="Arial" charset="0"/>
              </a:rPr>
            </a:br>
            <a:r>
              <a:rPr lang="en-US" sz="3600" b="1" dirty="0">
                <a:solidFill>
                  <a:srgbClr val="FFFFFF"/>
                </a:solidFill>
                <a:latin typeface="Arial" charset="0"/>
              </a:rPr>
              <a:t>	</a:t>
            </a:r>
          </a:p>
          <a:p>
            <a:pPr algn="ctr" eaLnBrk="0" hangingPunct="0">
              <a:defRPr/>
            </a:pPr>
            <a:endParaRPr lang="en-US" sz="3600" b="1" dirty="0">
              <a:solidFill>
                <a:srgbClr val="FFFFFF"/>
              </a:solidFill>
              <a:latin typeface="Arial" charset="0"/>
            </a:endParaRPr>
          </a:p>
        </p:txBody>
      </p:sp>
      <p:pic>
        <p:nvPicPr>
          <p:cNvPr id="46" name="Picture 2" descr="Related image">
            <a:extLst>
              <a:ext uri="{FF2B5EF4-FFF2-40B4-BE49-F238E27FC236}">
                <a16:creationId xmlns:a16="http://schemas.microsoft.com/office/drawing/2014/main" id="{CB4D318E-A4AB-4DC7-AB00-367823C70A4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04091" y="10534448"/>
            <a:ext cx="3646942" cy="36469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FC02A9D-BB49-41D7-8797-A7D99B6009F3}"/>
              </a:ext>
            </a:extLst>
          </p:cNvPr>
          <p:cNvPicPr>
            <a:picLocks noChangeAspect="1"/>
          </p:cNvPicPr>
          <p:nvPr/>
        </p:nvPicPr>
        <p:blipFill>
          <a:blip r:embed="rId12"/>
          <a:stretch>
            <a:fillRect/>
          </a:stretch>
        </p:blipFill>
        <p:spPr>
          <a:xfrm>
            <a:off x="3201973" y="22761599"/>
            <a:ext cx="4153934" cy="4153934"/>
          </a:xfrm>
          <a:prstGeom prst="rect">
            <a:avLst/>
          </a:prstGeom>
        </p:spPr>
      </p:pic>
      <p:pic>
        <p:nvPicPr>
          <p:cNvPr id="1028" name="Picture 4" descr="Related image">
            <a:extLst>
              <a:ext uri="{FF2B5EF4-FFF2-40B4-BE49-F238E27FC236}">
                <a16:creationId xmlns:a16="http://schemas.microsoft.com/office/drawing/2014/main" id="{CADD5D11-DDC7-40DA-8296-BC076296211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373622" y="13951721"/>
            <a:ext cx="8420511" cy="197882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2F0ED118-3038-485C-9626-91629B83080C}"/>
              </a:ext>
            </a:extLst>
          </p:cNvPr>
          <p:cNvPicPr>
            <a:picLocks noChangeAspect="1"/>
          </p:cNvPicPr>
          <p:nvPr/>
        </p:nvPicPr>
        <p:blipFill>
          <a:blip r:embed="rId12"/>
          <a:stretch>
            <a:fillRect/>
          </a:stretch>
        </p:blipFill>
        <p:spPr>
          <a:xfrm>
            <a:off x="14173039" y="28237606"/>
            <a:ext cx="4153934" cy="3442004"/>
          </a:xfrm>
          <a:prstGeom prst="rect">
            <a:avLst/>
          </a:prstGeom>
        </p:spPr>
      </p:pic>
      <p:sp>
        <p:nvSpPr>
          <p:cNvPr id="4099" name="Text Box 7"/>
          <p:cNvSpPr txBox="1">
            <a:spLocks noChangeArrowheads="1"/>
          </p:cNvSpPr>
          <p:nvPr/>
        </p:nvSpPr>
        <p:spPr bwMode="auto">
          <a:xfrm>
            <a:off x="698502" y="5671630"/>
            <a:ext cx="9969500" cy="525093"/>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Introduction</a:t>
            </a:r>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TotalTime>
  <Words>1149</Words>
  <Application>Microsoft Office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Arial Black</vt:lpstr>
      <vt:lpstr>Arial Narrow</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Simon Y Shim</cp:lastModifiedBy>
  <cp:revision>245</cp:revision>
  <dcterms:created xsi:type="dcterms:W3CDTF">2005-05-18T01:24:28Z</dcterms:created>
  <dcterms:modified xsi:type="dcterms:W3CDTF">2023-11-25T17:18:03Z</dcterms:modified>
  <cp:category>Powerpoint poster templates</cp:category>
</cp:coreProperties>
</file>